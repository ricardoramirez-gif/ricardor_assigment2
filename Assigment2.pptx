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98" r:id="rId4"/>
    <p:sldId id="303" r:id="rId5"/>
    <p:sldId id="304" r:id="rId6"/>
    <p:sldId id="300" r:id="rId7"/>
    <p:sldId id="259" r:id="rId8"/>
    <p:sldId id="301" r:id="rId9"/>
    <p:sldId id="27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F50FE0-7BB6-46AA-A76E-7AA8956EB74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8E9090B-68FE-46D4-871C-2E5C3AB45B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What is the Assignment2?</a:t>
          </a:r>
          <a:endParaRPr lang="en-US" dirty="0"/>
        </a:p>
      </dgm:t>
    </dgm:pt>
    <dgm:pt modelId="{DCC3BDD3-3790-4F81-BEDD-F66158C5D922}" type="parTrans" cxnId="{8F859139-AA5D-4A0B-BC1C-E647745894A8}">
      <dgm:prSet/>
      <dgm:spPr/>
      <dgm:t>
        <a:bodyPr/>
        <a:lstStyle/>
        <a:p>
          <a:endParaRPr lang="en-US"/>
        </a:p>
      </dgm:t>
    </dgm:pt>
    <dgm:pt modelId="{7E34D156-2533-48F1-AE3A-69F908AE7265}" type="sibTrans" cxnId="{8F859139-AA5D-4A0B-BC1C-E647745894A8}">
      <dgm:prSet/>
      <dgm:spPr/>
      <dgm:t>
        <a:bodyPr/>
        <a:lstStyle/>
        <a:p>
          <a:endParaRPr lang="en-US"/>
        </a:p>
      </dgm:t>
    </dgm:pt>
    <dgm:pt modelId="{4A93CF02-3819-4776-8102-3D24BA89B882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CA" sz="1000" b="1" i="0" dirty="0"/>
            <a:t>Project Summary:</a:t>
          </a:r>
        </a:p>
        <a:p>
          <a:pPr algn="l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sz="1000" b="1" i="0" dirty="0"/>
            <a:t>PDF Scraping</a:t>
          </a:r>
          <a:r>
            <a:rPr lang="en-US" sz="1000" b="0" i="0" dirty="0"/>
            <a:t>: Scraped mining concession data (names, companies, CVE numbers, regions, provinces, and concession types) from the Chilean Official Mining Bulletin PDFs.</a:t>
          </a:r>
        </a:p>
        <a:p>
          <a:pPr algn="l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sz="1000" b="1" i="0" dirty="0"/>
            <a:t>Sentiment Analysis</a:t>
          </a:r>
          <a:r>
            <a:rPr lang="en-US" sz="1000" b="0" i="0" dirty="0"/>
            <a:t>: Applied sentiment analysis to evaluate the public sentiment on concession names and regions using Hugging Face's multilingual model.</a:t>
          </a:r>
        </a:p>
        <a:p>
          <a:pPr algn="l">
            <a:lnSpc>
              <a:spcPct val="100000"/>
            </a:lnSpc>
            <a:buFont typeface="Arial" panose="020B0604020202020204" pitchFamily="34" charset="0"/>
            <a:buChar char="•"/>
          </a:pPr>
          <a:endParaRPr lang="en-US" sz="1000" b="0" i="0" dirty="0"/>
        </a:p>
        <a:p>
          <a:pPr algn="l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sz="1000" b="1" i="0" dirty="0"/>
            <a:t>Web Scraping</a:t>
          </a:r>
          <a:r>
            <a:rPr lang="en-US" sz="1000" b="0" i="0" dirty="0"/>
            <a:t>: Gathered historical editions of the mining bulletin using </a:t>
          </a:r>
          <a:r>
            <a:rPr lang="en-US" sz="1000" b="1" i="0" dirty="0"/>
            <a:t>Selenium</a:t>
          </a:r>
          <a:r>
            <a:rPr lang="en-US" sz="1000" b="0" i="0" dirty="0"/>
            <a:t> and </a:t>
          </a:r>
          <a:r>
            <a:rPr lang="en-US" sz="1000" b="1" i="0" dirty="0" err="1"/>
            <a:t>BeautifulSoup</a:t>
          </a:r>
          <a:r>
            <a:rPr lang="en-US" sz="1000" b="0" i="0" dirty="0"/>
            <a:t> to track past publications.</a:t>
          </a:r>
        </a:p>
        <a:p>
          <a:pPr algn="l">
            <a:lnSpc>
              <a:spcPct val="100000"/>
            </a:lnSpc>
            <a:buFont typeface="Arial" panose="020B0604020202020204" pitchFamily="34" charset="0"/>
            <a:buChar char="•"/>
          </a:pPr>
          <a:endParaRPr lang="en-US" sz="1000" b="0" i="0" dirty="0"/>
        </a:p>
        <a:p>
          <a:pPr algn="l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sz="1000" b="1" i="0" dirty="0"/>
            <a:t>Data Visualization</a:t>
          </a:r>
          <a:r>
            <a:rPr lang="en-US" sz="1000" b="0" i="0" dirty="0"/>
            <a:t>: The extracted data is displayed in an interactive web app using </a:t>
          </a:r>
          <a:r>
            <a:rPr lang="en-US" sz="1000" b="1" i="0" dirty="0" err="1"/>
            <a:t>Streamlit</a:t>
          </a:r>
          <a:r>
            <a:rPr lang="en-US" sz="1000" b="0" i="0" dirty="0"/>
            <a:t> for users to explore mining concession information.</a:t>
          </a:r>
          <a:endParaRPr lang="en-CA" sz="1000" b="1" dirty="0"/>
        </a:p>
      </dgm:t>
    </dgm:pt>
    <dgm:pt modelId="{85C47A4E-CF6B-4A8C-870C-5CC5786132AC}" type="parTrans" cxnId="{C73DA4A4-1734-4AD1-81F3-DC73F5CB0CB5}">
      <dgm:prSet/>
      <dgm:spPr/>
      <dgm:t>
        <a:bodyPr/>
        <a:lstStyle/>
        <a:p>
          <a:endParaRPr lang="en-US"/>
        </a:p>
      </dgm:t>
    </dgm:pt>
    <dgm:pt modelId="{06B622CD-C715-44F5-8437-0C201D58548F}" type="sibTrans" cxnId="{C73DA4A4-1734-4AD1-81F3-DC73F5CB0CB5}">
      <dgm:prSet/>
      <dgm:spPr/>
      <dgm:t>
        <a:bodyPr/>
        <a:lstStyle/>
        <a:p>
          <a:endParaRPr lang="en-US"/>
        </a:p>
      </dgm:t>
    </dgm:pt>
    <dgm:pt modelId="{03229CAE-B2A5-4064-8376-4F63BE244B51}" type="pres">
      <dgm:prSet presAssocID="{D0F50FE0-7BB6-46AA-A76E-7AA8956EB74B}" presName="root" presStyleCnt="0">
        <dgm:presLayoutVars>
          <dgm:dir/>
          <dgm:resizeHandles val="exact"/>
        </dgm:presLayoutVars>
      </dgm:prSet>
      <dgm:spPr/>
    </dgm:pt>
    <dgm:pt modelId="{B9423E57-6DD7-46B0-9538-95FBC953D4A9}" type="pres">
      <dgm:prSet presAssocID="{88E9090B-68FE-46D4-871C-2E5C3AB45BA1}" presName="compNode" presStyleCnt="0"/>
      <dgm:spPr/>
    </dgm:pt>
    <dgm:pt modelId="{13ECBC79-A46E-4A20-8B27-610C94AC06A1}" type="pres">
      <dgm:prSet presAssocID="{88E9090B-68FE-46D4-871C-2E5C3AB45BA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BEF01FE0-085E-43E1-A587-24FEEB3B5582}" type="pres">
      <dgm:prSet presAssocID="{88E9090B-68FE-46D4-871C-2E5C3AB45BA1}" presName="spaceRect" presStyleCnt="0"/>
      <dgm:spPr/>
    </dgm:pt>
    <dgm:pt modelId="{CC149E21-02F0-4FC2-8888-66ACA7BC6A6E}" type="pres">
      <dgm:prSet presAssocID="{88E9090B-68FE-46D4-871C-2E5C3AB45BA1}" presName="textRect" presStyleLbl="revTx" presStyleIdx="0" presStyleCnt="2">
        <dgm:presLayoutVars>
          <dgm:chMax val="1"/>
          <dgm:chPref val="1"/>
        </dgm:presLayoutVars>
      </dgm:prSet>
      <dgm:spPr/>
    </dgm:pt>
    <dgm:pt modelId="{DBED649A-DC2F-4CCB-8787-56C0268EF7E9}" type="pres">
      <dgm:prSet presAssocID="{7E34D156-2533-48F1-AE3A-69F908AE7265}" presName="sibTrans" presStyleCnt="0"/>
      <dgm:spPr/>
    </dgm:pt>
    <dgm:pt modelId="{C0C54A1A-F8B7-4030-8335-18E9A520DC8E}" type="pres">
      <dgm:prSet presAssocID="{4A93CF02-3819-4776-8102-3D24BA89B882}" presName="compNode" presStyleCnt="0"/>
      <dgm:spPr/>
    </dgm:pt>
    <dgm:pt modelId="{C4153D7B-8D52-4E61-834B-CB0C50D993E2}" type="pres">
      <dgm:prSet presAssocID="{4A93CF02-3819-4776-8102-3D24BA89B882}" presName="iconRect" presStyleLbl="node1" presStyleIdx="1" presStyleCnt="2" custLinFactNeighborX="1553" custLinFactNeighborY="2447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 female with solid fill"/>
        </a:ext>
      </dgm:extLst>
    </dgm:pt>
    <dgm:pt modelId="{EC408F7A-7933-432E-B5F3-3B922D766980}" type="pres">
      <dgm:prSet presAssocID="{4A93CF02-3819-4776-8102-3D24BA89B882}" presName="spaceRect" presStyleCnt="0"/>
      <dgm:spPr/>
    </dgm:pt>
    <dgm:pt modelId="{28EB37D9-4B94-42B7-8267-EFEBB714D841}" type="pres">
      <dgm:prSet presAssocID="{4A93CF02-3819-4776-8102-3D24BA89B882}" presName="textRect" presStyleLbl="revTx" presStyleIdx="1" presStyleCnt="2" custScaleX="223148" custScaleY="135844">
        <dgm:presLayoutVars>
          <dgm:chMax val="1"/>
          <dgm:chPref val="1"/>
        </dgm:presLayoutVars>
      </dgm:prSet>
      <dgm:spPr/>
    </dgm:pt>
  </dgm:ptLst>
  <dgm:cxnLst>
    <dgm:cxn modelId="{0CD10939-55BA-41F1-B421-D0E0BEA01BEB}" type="presOf" srcId="{88E9090B-68FE-46D4-871C-2E5C3AB45BA1}" destId="{CC149E21-02F0-4FC2-8888-66ACA7BC6A6E}" srcOrd="0" destOrd="0" presId="urn:microsoft.com/office/officeart/2018/2/layout/IconLabelList"/>
    <dgm:cxn modelId="{8F859139-AA5D-4A0B-BC1C-E647745894A8}" srcId="{D0F50FE0-7BB6-46AA-A76E-7AA8956EB74B}" destId="{88E9090B-68FE-46D4-871C-2E5C3AB45BA1}" srcOrd="0" destOrd="0" parTransId="{DCC3BDD3-3790-4F81-BEDD-F66158C5D922}" sibTransId="{7E34D156-2533-48F1-AE3A-69F908AE7265}"/>
    <dgm:cxn modelId="{98098C70-6460-4C07-B0A3-EC432BDED979}" type="presOf" srcId="{D0F50FE0-7BB6-46AA-A76E-7AA8956EB74B}" destId="{03229CAE-B2A5-4064-8376-4F63BE244B51}" srcOrd="0" destOrd="0" presId="urn:microsoft.com/office/officeart/2018/2/layout/IconLabelList"/>
    <dgm:cxn modelId="{1C042958-6F4D-415A-ACA0-665654C76B40}" type="presOf" srcId="{4A93CF02-3819-4776-8102-3D24BA89B882}" destId="{28EB37D9-4B94-42B7-8267-EFEBB714D841}" srcOrd="0" destOrd="0" presId="urn:microsoft.com/office/officeart/2018/2/layout/IconLabelList"/>
    <dgm:cxn modelId="{C73DA4A4-1734-4AD1-81F3-DC73F5CB0CB5}" srcId="{D0F50FE0-7BB6-46AA-A76E-7AA8956EB74B}" destId="{4A93CF02-3819-4776-8102-3D24BA89B882}" srcOrd="1" destOrd="0" parTransId="{85C47A4E-CF6B-4A8C-870C-5CC5786132AC}" sibTransId="{06B622CD-C715-44F5-8437-0C201D58548F}"/>
    <dgm:cxn modelId="{ED7C0E31-1FA0-4D01-AAD1-5C813ACD4C21}" type="presParOf" srcId="{03229CAE-B2A5-4064-8376-4F63BE244B51}" destId="{B9423E57-6DD7-46B0-9538-95FBC953D4A9}" srcOrd="0" destOrd="0" presId="urn:microsoft.com/office/officeart/2018/2/layout/IconLabelList"/>
    <dgm:cxn modelId="{8BE5E4E9-8AB3-4717-8835-A6825AE7CA11}" type="presParOf" srcId="{B9423E57-6DD7-46B0-9538-95FBC953D4A9}" destId="{13ECBC79-A46E-4A20-8B27-610C94AC06A1}" srcOrd="0" destOrd="0" presId="urn:microsoft.com/office/officeart/2018/2/layout/IconLabelList"/>
    <dgm:cxn modelId="{81E14B11-84C8-45AB-BFEE-65C7609CBB82}" type="presParOf" srcId="{B9423E57-6DD7-46B0-9538-95FBC953D4A9}" destId="{BEF01FE0-085E-43E1-A587-24FEEB3B5582}" srcOrd="1" destOrd="0" presId="urn:microsoft.com/office/officeart/2018/2/layout/IconLabelList"/>
    <dgm:cxn modelId="{6EBC68CB-7454-4B78-A9B3-D01C58710281}" type="presParOf" srcId="{B9423E57-6DD7-46B0-9538-95FBC953D4A9}" destId="{CC149E21-02F0-4FC2-8888-66ACA7BC6A6E}" srcOrd="2" destOrd="0" presId="urn:microsoft.com/office/officeart/2018/2/layout/IconLabelList"/>
    <dgm:cxn modelId="{F30099C9-B871-4D04-8890-A72D84BD6582}" type="presParOf" srcId="{03229CAE-B2A5-4064-8376-4F63BE244B51}" destId="{DBED649A-DC2F-4CCB-8787-56C0268EF7E9}" srcOrd="1" destOrd="0" presId="urn:microsoft.com/office/officeart/2018/2/layout/IconLabelList"/>
    <dgm:cxn modelId="{EA0CE506-3E14-44C0-9812-35631F80EDAC}" type="presParOf" srcId="{03229CAE-B2A5-4064-8376-4F63BE244B51}" destId="{C0C54A1A-F8B7-4030-8335-18E9A520DC8E}" srcOrd="2" destOrd="0" presId="urn:microsoft.com/office/officeart/2018/2/layout/IconLabelList"/>
    <dgm:cxn modelId="{32AB9C66-F8C3-4D11-A5E1-8BCAF1449E10}" type="presParOf" srcId="{C0C54A1A-F8B7-4030-8335-18E9A520DC8E}" destId="{C4153D7B-8D52-4E61-834B-CB0C50D993E2}" srcOrd="0" destOrd="0" presId="urn:microsoft.com/office/officeart/2018/2/layout/IconLabelList"/>
    <dgm:cxn modelId="{E8B4DBA8-BCE0-416C-9A73-8FE78F45638A}" type="presParOf" srcId="{C0C54A1A-F8B7-4030-8335-18E9A520DC8E}" destId="{EC408F7A-7933-432E-B5F3-3B922D766980}" srcOrd="1" destOrd="0" presId="urn:microsoft.com/office/officeart/2018/2/layout/IconLabelList"/>
    <dgm:cxn modelId="{ACDF37C4-A642-435F-8384-A637F30F45B5}" type="presParOf" srcId="{C0C54A1A-F8B7-4030-8335-18E9A520DC8E}" destId="{28EB37D9-4B94-42B7-8267-EFEBB714D84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346D5A-29D7-4307-8443-BA7B8D7E6A20}" type="doc">
      <dgm:prSet loTypeId="urn:microsoft.com/office/officeart/2005/8/layout/equation1" loCatId="process" qsTypeId="urn:microsoft.com/office/officeart/2005/8/quickstyle/simple2" qsCatId="simple" csTypeId="urn:microsoft.com/office/officeart/2005/8/colors/accent1_2" csCatId="accent1" phldr="1"/>
      <dgm:spPr/>
    </dgm:pt>
    <dgm:pt modelId="{3D721BB0-7F76-47F7-91E3-ACE46E764AE8}">
      <dgm:prSet phldrT="[Text]" custT="1"/>
      <dgm:spPr/>
      <dgm:t>
        <a:bodyPr/>
        <a:lstStyle/>
        <a:p>
          <a:r>
            <a:rPr lang="en-CA" sz="1050" b="1" dirty="0"/>
            <a:t>Python parts</a:t>
          </a:r>
          <a:endParaRPr lang="en-CA" sz="850" b="1" dirty="0"/>
        </a:p>
      </dgm:t>
    </dgm:pt>
    <dgm:pt modelId="{BB2542C0-2767-49EF-97D2-6025A88A29C2}" type="parTrans" cxnId="{AB01509E-7C79-4752-9238-FCB9B39D3F05}">
      <dgm:prSet/>
      <dgm:spPr/>
      <dgm:t>
        <a:bodyPr/>
        <a:lstStyle/>
        <a:p>
          <a:endParaRPr lang="en-CA"/>
        </a:p>
      </dgm:t>
    </dgm:pt>
    <dgm:pt modelId="{CEB3A907-AFC6-4B51-A45E-3FF09991A991}" type="sibTrans" cxnId="{AB01509E-7C79-4752-9238-FCB9B39D3F05}">
      <dgm:prSet/>
      <dgm:spPr/>
      <dgm:t>
        <a:bodyPr/>
        <a:lstStyle/>
        <a:p>
          <a:endParaRPr lang="en-CA"/>
        </a:p>
      </dgm:t>
    </dgm:pt>
    <dgm:pt modelId="{45B484AE-AEAE-46E3-A4C0-7C326F2B3936}">
      <dgm:prSet phldrT="[Text]" custT="1"/>
      <dgm:spPr/>
      <dgm:t>
        <a:bodyPr/>
        <a:lstStyle/>
        <a:p>
          <a:r>
            <a:rPr lang="en-US" sz="900" b="1" dirty="0"/>
            <a:t> Scraping</a:t>
          </a:r>
          <a:endParaRPr lang="en-CA" sz="900" b="1" dirty="0"/>
        </a:p>
      </dgm:t>
    </dgm:pt>
    <dgm:pt modelId="{2B6862D5-59D5-4D99-A7E5-6A675C5ADC9F}" type="parTrans" cxnId="{8094A6C1-4FB0-4397-B15B-AD6F0F0AA596}">
      <dgm:prSet/>
      <dgm:spPr/>
      <dgm:t>
        <a:bodyPr/>
        <a:lstStyle/>
        <a:p>
          <a:endParaRPr lang="en-CA"/>
        </a:p>
      </dgm:t>
    </dgm:pt>
    <dgm:pt modelId="{83791630-E7E4-47CF-A9B0-1210D04F1A84}" type="sibTrans" cxnId="{8094A6C1-4FB0-4397-B15B-AD6F0F0AA596}">
      <dgm:prSet/>
      <dgm:spPr/>
      <dgm:t>
        <a:bodyPr/>
        <a:lstStyle/>
        <a:p>
          <a:endParaRPr lang="en-CA"/>
        </a:p>
      </dgm:t>
    </dgm:pt>
    <dgm:pt modelId="{2B2AB41D-8090-44C3-BEF9-F35CBE5ECB2E}">
      <dgm:prSet phldrT="[Text]" custT="1"/>
      <dgm:spPr/>
      <dgm:t>
        <a:bodyPr/>
        <a:lstStyle/>
        <a:p>
          <a:r>
            <a:rPr lang="en-CA" sz="900" b="1" i="0" dirty="0" err="1"/>
            <a:t>dataSet</a:t>
          </a:r>
          <a:endParaRPr lang="en-CA" sz="900" b="1" dirty="0"/>
        </a:p>
      </dgm:t>
    </dgm:pt>
    <dgm:pt modelId="{DDAA84D6-008F-41F1-80AA-C52750BF557C}" type="sibTrans" cxnId="{F1686F67-29BB-41DB-A997-F86ADDB9851A}">
      <dgm:prSet/>
      <dgm:spPr/>
      <dgm:t>
        <a:bodyPr/>
        <a:lstStyle/>
        <a:p>
          <a:endParaRPr lang="en-CA"/>
        </a:p>
      </dgm:t>
    </dgm:pt>
    <dgm:pt modelId="{6A6CC053-C8CF-4757-AE11-BFD72E11F339}" type="parTrans" cxnId="{F1686F67-29BB-41DB-A997-F86ADDB9851A}">
      <dgm:prSet/>
      <dgm:spPr/>
      <dgm:t>
        <a:bodyPr/>
        <a:lstStyle/>
        <a:p>
          <a:endParaRPr lang="en-CA"/>
        </a:p>
      </dgm:t>
    </dgm:pt>
    <dgm:pt modelId="{0B6B152B-1BC9-433F-B95A-AE1088AA6931}" type="pres">
      <dgm:prSet presAssocID="{82346D5A-29D7-4307-8443-BA7B8D7E6A20}" presName="linearFlow" presStyleCnt="0">
        <dgm:presLayoutVars>
          <dgm:dir/>
          <dgm:resizeHandles val="exact"/>
        </dgm:presLayoutVars>
      </dgm:prSet>
      <dgm:spPr/>
    </dgm:pt>
    <dgm:pt modelId="{C61C42B4-7F16-4D2B-9D38-07AD25CFB9F2}" type="pres">
      <dgm:prSet presAssocID="{3D721BB0-7F76-47F7-91E3-ACE46E764AE8}" presName="node" presStyleLbl="node1" presStyleIdx="0" presStyleCnt="3">
        <dgm:presLayoutVars>
          <dgm:bulletEnabled val="1"/>
        </dgm:presLayoutVars>
      </dgm:prSet>
      <dgm:spPr/>
    </dgm:pt>
    <dgm:pt modelId="{3B903EBD-A395-4153-B171-E4B10D08A6F6}" type="pres">
      <dgm:prSet presAssocID="{CEB3A907-AFC6-4B51-A45E-3FF09991A991}" presName="spacerL" presStyleCnt="0"/>
      <dgm:spPr/>
    </dgm:pt>
    <dgm:pt modelId="{ECFD01C6-073D-4FF4-A8B9-28469BADA105}" type="pres">
      <dgm:prSet presAssocID="{CEB3A907-AFC6-4B51-A45E-3FF09991A991}" presName="sibTrans" presStyleLbl="sibTrans2D1" presStyleIdx="0" presStyleCnt="2"/>
      <dgm:spPr/>
    </dgm:pt>
    <dgm:pt modelId="{C70F8AFA-C93B-4708-87EB-07A41235298F}" type="pres">
      <dgm:prSet presAssocID="{CEB3A907-AFC6-4B51-A45E-3FF09991A991}" presName="spacerR" presStyleCnt="0"/>
      <dgm:spPr/>
    </dgm:pt>
    <dgm:pt modelId="{FE09988B-DBE2-4535-B130-4D10C74AA6B7}" type="pres">
      <dgm:prSet presAssocID="{45B484AE-AEAE-46E3-A4C0-7C326F2B3936}" presName="node" presStyleLbl="node1" presStyleIdx="1" presStyleCnt="3">
        <dgm:presLayoutVars>
          <dgm:bulletEnabled val="1"/>
        </dgm:presLayoutVars>
      </dgm:prSet>
      <dgm:spPr/>
    </dgm:pt>
    <dgm:pt modelId="{7E8468EE-D888-46E4-B505-C35C7085CD32}" type="pres">
      <dgm:prSet presAssocID="{83791630-E7E4-47CF-A9B0-1210D04F1A84}" presName="spacerL" presStyleCnt="0"/>
      <dgm:spPr/>
    </dgm:pt>
    <dgm:pt modelId="{B3851C9D-D9DF-448B-9A90-678ACD2F536F}" type="pres">
      <dgm:prSet presAssocID="{83791630-E7E4-47CF-A9B0-1210D04F1A84}" presName="sibTrans" presStyleLbl="sibTrans2D1" presStyleIdx="1" presStyleCnt="2"/>
      <dgm:spPr/>
    </dgm:pt>
    <dgm:pt modelId="{7EB9DEAE-C2F1-45B2-91F0-8757BAC633A2}" type="pres">
      <dgm:prSet presAssocID="{83791630-E7E4-47CF-A9B0-1210D04F1A84}" presName="spacerR" presStyleCnt="0"/>
      <dgm:spPr/>
    </dgm:pt>
    <dgm:pt modelId="{96ED6C6A-F61A-4E51-9F5F-38643D35E0A7}" type="pres">
      <dgm:prSet presAssocID="{2B2AB41D-8090-44C3-BEF9-F35CBE5ECB2E}" presName="node" presStyleLbl="node1" presStyleIdx="2" presStyleCnt="3">
        <dgm:presLayoutVars>
          <dgm:bulletEnabled val="1"/>
        </dgm:presLayoutVars>
      </dgm:prSet>
      <dgm:spPr/>
    </dgm:pt>
  </dgm:ptLst>
  <dgm:cxnLst>
    <dgm:cxn modelId="{2A7F0C08-4FD4-41E5-A253-01948ED56D4C}" type="presOf" srcId="{83791630-E7E4-47CF-A9B0-1210D04F1A84}" destId="{B3851C9D-D9DF-448B-9A90-678ACD2F536F}" srcOrd="0" destOrd="0" presId="urn:microsoft.com/office/officeart/2005/8/layout/equation1"/>
    <dgm:cxn modelId="{27E3381F-3F21-47E4-88E4-7BC0979A3BBB}" type="presOf" srcId="{45B484AE-AEAE-46E3-A4C0-7C326F2B3936}" destId="{FE09988B-DBE2-4535-B130-4D10C74AA6B7}" srcOrd="0" destOrd="0" presId="urn:microsoft.com/office/officeart/2005/8/layout/equation1"/>
    <dgm:cxn modelId="{F1686F67-29BB-41DB-A997-F86ADDB9851A}" srcId="{82346D5A-29D7-4307-8443-BA7B8D7E6A20}" destId="{2B2AB41D-8090-44C3-BEF9-F35CBE5ECB2E}" srcOrd="2" destOrd="0" parTransId="{6A6CC053-C8CF-4757-AE11-BFD72E11F339}" sibTransId="{DDAA84D6-008F-41F1-80AA-C52750BF557C}"/>
    <dgm:cxn modelId="{24160F8D-053D-4B68-94F8-A9F9EA5281A5}" type="presOf" srcId="{3D721BB0-7F76-47F7-91E3-ACE46E764AE8}" destId="{C61C42B4-7F16-4D2B-9D38-07AD25CFB9F2}" srcOrd="0" destOrd="0" presId="urn:microsoft.com/office/officeart/2005/8/layout/equation1"/>
    <dgm:cxn modelId="{19872E92-8F32-4768-9067-12AC42C99E8C}" type="presOf" srcId="{82346D5A-29D7-4307-8443-BA7B8D7E6A20}" destId="{0B6B152B-1BC9-433F-B95A-AE1088AA6931}" srcOrd="0" destOrd="0" presId="urn:microsoft.com/office/officeart/2005/8/layout/equation1"/>
    <dgm:cxn modelId="{AB01509E-7C79-4752-9238-FCB9B39D3F05}" srcId="{82346D5A-29D7-4307-8443-BA7B8D7E6A20}" destId="{3D721BB0-7F76-47F7-91E3-ACE46E764AE8}" srcOrd="0" destOrd="0" parTransId="{BB2542C0-2767-49EF-97D2-6025A88A29C2}" sibTransId="{CEB3A907-AFC6-4B51-A45E-3FF09991A991}"/>
    <dgm:cxn modelId="{D94835A9-EB4E-4779-A12D-6E1B78EB3D62}" type="presOf" srcId="{2B2AB41D-8090-44C3-BEF9-F35CBE5ECB2E}" destId="{96ED6C6A-F61A-4E51-9F5F-38643D35E0A7}" srcOrd="0" destOrd="0" presId="urn:microsoft.com/office/officeart/2005/8/layout/equation1"/>
    <dgm:cxn modelId="{7D29B0B8-B573-4669-97A4-CFC510A11E6D}" type="presOf" srcId="{CEB3A907-AFC6-4B51-A45E-3FF09991A991}" destId="{ECFD01C6-073D-4FF4-A8B9-28469BADA105}" srcOrd="0" destOrd="0" presId="urn:microsoft.com/office/officeart/2005/8/layout/equation1"/>
    <dgm:cxn modelId="{8094A6C1-4FB0-4397-B15B-AD6F0F0AA596}" srcId="{82346D5A-29D7-4307-8443-BA7B8D7E6A20}" destId="{45B484AE-AEAE-46E3-A4C0-7C326F2B3936}" srcOrd="1" destOrd="0" parTransId="{2B6862D5-59D5-4D99-A7E5-6A675C5ADC9F}" sibTransId="{83791630-E7E4-47CF-A9B0-1210D04F1A84}"/>
    <dgm:cxn modelId="{2D10D90B-B3C3-4517-9D8D-C964C4548B18}" type="presParOf" srcId="{0B6B152B-1BC9-433F-B95A-AE1088AA6931}" destId="{C61C42B4-7F16-4D2B-9D38-07AD25CFB9F2}" srcOrd="0" destOrd="0" presId="urn:microsoft.com/office/officeart/2005/8/layout/equation1"/>
    <dgm:cxn modelId="{709B5468-4FBC-4538-9AB8-D8636956952D}" type="presParOf" srcId="{0B6B152B-1BC9-433F-B95A-AE1088AA6931}" destId="{3B903EBD-A395-4153-B171-E4B10D08A6F6}" srcOrd="1" destOrd="0" presId="urn:microsoft.com/office/officeart/2005/8/layout/equation1"/>
    <dgm:cxn modelId="{109E1285-420A-4591-BF51-4867FB21797C}" type="presParOf" srcId="{0B6B152B-1BC9-433F-B95A-AE1088AA6931}" destId="{ECFD01C6-073D-4FF4-A8B9-28469BADA105}" srcOrd="2" destOrd="0" presId="urn:microsoft.com/office/officeart/2005/8/layout/equation1"/>
    <dgm:cxn modelId="{E4D14CA8-33DA-43DA-A8E4-9D66A9CB3A4B}" type="presParOf" srcId="{0B6B152B-1BC9-433F-B95A-AE1088AA6931}" destId="{C70F8AFA-C93B-4708-87EB-07A41235298F}" srcOrd="3" destOrd="0" presId="urn:microsoft.com/office/officeart/2005/8/layout/equation1"/>
    <dgm:cxn modelId="{03FD87B3-932D-4AEE-8A5D-6F3C61FD8110}" type="presParOf" srcId="{0B6B152B-1BC9-433F-B95A-AE1088AA6931}" destId="{FE09988B-DBE2-4535-B130-4D10C74AA6B7}" srcOrd="4" destOrd="0" presId="urn:microsoft.com/office/officeart/2005/8/layout/equation1"/>
    <dgm:cxn modelId="{7154A380-8FDC-4799-925D-FFB77CEDCEA6}" type="presParOf" srcId="{0B6B152B-1BC9-433F-B95A-AE1088AA6931}" destId="{7E8468EE-D888-46E4-B505-C35C7085CD32}" srcOrd="5" destOrd="0" presId="urn:microsoft.com/office/officeart/2005/8/layout/equation1"/>
    <dgm:cxn modelId="{6B21023A-D0BF-4618-9C8B-D3219CFF184A}" type="presParOf" srcId="{0B6B152B-1BC9-433F-B95A-AE1088AA6931}" destId="{B3851C9D-D9DF-448B-9A90-678ACD2F536F}" srcOrd="6" destOrd="0" presId="urn:microsoft.com/office/officeart/2005/8/layout/equation1"/>
    <dgm:cxn modelId="{723BE9C9-4F35-4CB7-AF99-CA6436DE98BE}" type="presParOf" srcId="{0B6B152B-1BC9-433F-B95A-AE1088AA6931}" destId="{7EB9DEAE-C2F1-45B2-91F0-8757BAC633A2}" srcOrd="7" destOrd="0" presId="urn:microsoft.com/office/officeart/2005/8/layout/equation1"/>
    <dgm:cxn modelId="{08006A78-4579-4409-89BB-373620447DFA}" type="presParOf" srcId="{0B6B152B-1BC9-433F-B95A-AE1088AA6931}" destId="{96ED6C6A-F61A-4E51-9F5F-38643D35E0A7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ECBC79-A46E-4A20-8B27-610C94AC06A1}">
      <dsp:nvSpPr>
        <dsp:cNvPr id="0" name=""/>
        <dsp:cNvSpPr/>
      </dsp:nvSpPr>
      <dsp:spPr>
        <a:xfrm>
          <a:off x="458662" y="1214257"/>
          <a:ext cx="749882" cy="7498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149E21-02F0-4FC2-8888-66ACA7BC6A6E}">
      <dsp:nvSpPr>
        <dsp:cNvPr id="0" name=""/>
        <dsp:cNvSpPr/>
      </dsp:nvSpPr>
      <dsp:spPr>
        <a:xfrm>
          <a:off x="401" y="2481753"/>
          <a:ext cx="1666406" cy="21815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What is the Assignment2?</a:t>
          </a:r>
          <a:endParaRPr lang="en-US" sz="1900" kern="1200" dirty="0"/>
        </a:p>
      </dsp:txBody>
      <dsp:txXfrm>
        <a:off x="401" y="2481753"/>
        <a:ext cx="1666406" cy="2181516"/>
      </dsp:txXfrm>
    </dsp:sp>
    <dsp:sp modelId="{C4153D7B-8D52-4E61-834B-CB0C50D993E2}">
      <dsp:nvSpPr>
        <dsp:cNvPr id="0" name=""/>
        <dsp:cNvSpPr/>
      </dsp:nvSpPr>
      <dsp:spPr>
        <a:xfrm>
          <a:off x="3454408" y="1037121"/>
          <a:ext cx="749882" cy="7498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EB37D9-4B94-42B7-8267-EFEBB714D841}">
      <dsp:nvSpPr>
        <dsp:cNvPr id="0" name=""/>
        <dsp:cNvSpPr/>
      </dsp:nvSpPr>
      <dsp:spPr>
        <a:xfrm>
          <a:off x="1958428" y="1895296"/>
          <a:ext cx="3718552" cy="29634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000" b="1" i="0" kern="1200" dirty="0"/>
            <a:t>Project Summary:</a:t>
          </a:r>
        </a:p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i="0" kern="1200" dirty="0"/>
            <a:t>PDF Scraping</a:t>
          </a:r>
          <a:r>
            <a:rPr lang="en-US" sz="1000" b="0" i="0" kern="1200" dirty="0"/>
            <a:t>: Scraped mining concession data (names, companies, CVE numbers, regions, provinces, and concession types) from the Chilean Official Mining Bulletin PDFs.</a:t>
          </a:r>
        </a:p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i="0" kern="1200" dirty="0"/>
            <a:t>Sentiment Analysis</a:t>
          </a:r>
          <a:r>
            <a:rPr lang="en-US" sz="1000" b="0" i="0" kern="1200" dirty="0"/>
            <a:t>: Applied sentiment analysis to evaluate the public sentiment on concession names and regions using Hugging Face's multilingual model.</a:t>
          </a:r>
        </a:p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000" b="0" i="0" kern="1200" dirty="0"/>
        </a:p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i="0" kern="1200" dirty="0"/>
            <a:t>Web Scraping</a:t>
          </a:r>
          <a:r>
            <a:rPr lang="en-US" sz="1000" b="0" i="0" kern="1200" dirty="0"/>
            <a:t>: Gathered historical editions of the mining bulletin using </a:t>
          </a:r>
          <a:r>
            <a:rPr lang="en-US" sz="1000" b="1" i="0" kern="1200" dirty="0"/>
            <a:t>Selenium</a:t>
          </a:r>
          <a:r>
            <a:rPr lang="en-US" sz="1000" b="0" i="0" kern="1200" dirty="0"/>
            <a:t> and </a:t>
          </a:r>
          <a:r>
            <a:rPr lang="en-US" sz="1000" b="1" i="0" kern="1200" dirty="0" err="1"/>
            <a:t>BeautifulSoup</a:t>
          </a:r>
          <a:r>
            <a:rPr lang="en-US" sz="1000" b="0" i="0" kern="1200" dirty="0"/>
            <a:t> to track past publications.</a:t>
          </a:r>
        </a:p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000" b="0" i="0" kern="1200" dirty="0"/>
        </a:p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i="0" kern="1200" dirty="0"/>
            <a:t>Data Visualization</a:t>
          </a:r>
          <a:r>
            <a:rPr lang="en-US" sz="1000" b="0" i="0" kern="1200" dirty="0"/>
            <a:t>: The extracted data is displayed in an interactive web app using </a:t>
          </a:r>
          <a:r>
            <a:rPr lang="en-US" sz="1000" b="1" i="0" kern="1200" dirty="0" err="1"/>
            <a:t>Streamlit</a:t>
          </a:r>
          <a:r>
            <a:rPr lang="en-US" sz="1000" b="0" i="0" kern="1200" dirty="0"/>
            <a:t> for users to explore mining concession information.</a:t>
          </a:r>
          <a:endParaRPr lang="en-CA" sz="1000" b="1" kern="1200" dirty="0"/>
        </a:p>
      </dsp:txBody>
      <dsp:txXfrm>
        <a:off x="1958428" y="1895296"/>
        <a:ext cx="3718552" cy="29634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1C42B4-7F16-4D2B-9D38-07AD25CFB9F2}">
      <dsp:nvSpPr>
        <dsp:cNvPr id="0" name=""/>
        <dsp:cNvSpPr/>
      </dsp:nvSpPr>
      <dsp:spPr>
        <a:xfrm>
          <a:off x="738" y="839982"/>
          <a:ext cx="979162" cy="9791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050" b="1" kern="1200" dirty="0"/>
            <a:t>Python parts</a:t>
          </a:r>
          <a:endParaRPr lang="en-CA" sz="850" b="1" kern="1200" dirty="0"/>
        </a:p>
      </dsp:txBody>
      <dsp:txXfrm>
        <a:off x="144133" y="983377"/>
        <a:ext cx="692372" cy="692372"/>
      </dsp:txXfrm>
    </dsp:sp>
    <dsp:sp modelId="{ECFD01C6-073D-4FF4-A8B9-28469BADA105}">
      <dsp:nvSpPr>
        <dsp:cNvPr id="0" name=""/>
        <dsp:cNvSpPr/>
      </dsp:nvSpPr>
      <dsp:spPr>
        <a:xfrm>
          <a:off x="1059409" y="1045606"/>
          <a:ext cx="567914" cy="567914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900" kern="1200"/>
        </a:p>
      </dsp:txBody>
      <dsp:txXfrm>
        <a:off x="1134686" y="1262776"/>
        <a:ext cx="417360" cy="133574"/>
      </dsp:txXfrm>
    </dsp:sp>
    <dsp:sp modelId="{FE09988B-DBE2-4535-B130-4D10C74AA6B7}">
      <dsp:nvSpPr>
        <dsp:cNvPr id="0" name=""/>
        <dsp:cNvSpPr/>
      </dsp:nvSpPr>
      <dsp:spPr>
        <a:xfrm>
          <a:off x="1706832" y="839982"/>
          <a:ext cx="979162" cy="9791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 Scraping</a:t>
          </a:r>
          <a:endParaRPr lang="en-CA" sz="900" b="1" kern="1200" dirty="0"/>
        </a:p>
      </dsp:txBody>
      <dsp:txXfrm>
        <a:off x="1850227" y="983377"/>
        <a:ext cx="692372" cy="692372"/>
      </dsp:txXfrm>
    </dsp:sp>
    <dsp:sp modelId="{B3851C9D-D9DF-448B-9A90-678ACD2F536F}">
      <dsp:nvSpPr>
        <dsp:cNvPr id="0" name=""/>
        <dsp:cNvSpPr/>
      </dsp:nvSpPr>
      <dsp:spPr>
        <a:xfrm>
          <a:off x="2765502" y="1045606"/>
          <a:ext cx="567914" cy="567914"/>
        </a:xfrm>
        <a:prstGeom prst="mathEqual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2300" kern="1200"/>
        </a:p>
      </dsp:txBody>
      <dsp:txXfrm>
        <a:off x="2840779" y="1162596"/>
        <a:ext cx="417360" cy="333934"/>
      </dsp:txXfrm>
    </dsp:sp>
    <dsp:sp modelId="{96ED6C6A-F61A-4E51-9F5F-38643D35E0A7}">
      <dsp:nvSpPr>
        <dsp:cNvPr id="0" name=""/>
        <dsp:cNvSpPr/>
      </dsp:nvSpPr>
      <dsp:spPr>
        <a:xfrm>
          <a:off x="3412925" y="839982"/>
          <a:ext cx="979162" cy="9791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b="1" i="0" kern="1200" dirty="0" err="1"/>
            <a:t>dataSet</a:t>
          </a:r>
          <a:endParaRPr lang="en-CA" sz="900" b="1" kern="1200" dirty="0"/>
        </a:p>
      </dsp:txBody>
      <dsp:txXfrm>
        <a:off x="3556320" y="983377"/>
        <a:ext cx="692372" cy="6923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469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55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514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04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250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24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58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95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3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327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724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0842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28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973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021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517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092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934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13" Type="http://schemas.openxmlformats.org/officeDocument/2006/relationships/diagramQuickStyle" Target="../diagrams/quickStyle2.xml"/><Relationship Id="rId3" Type="http://schemas.openxmlformats.org/officeDocument/2006/relationships/image" Target="../media/image5.png"/><Relationship Id="rId7" Type="http://schemas.openxmlformats.org/officeDocument/2006/relationships/diagramLayout" Target="../diagrams/layout1.xml"/><Relationship Id="rId12" Type="http://schemas.openxmlformats.org/officeDocument/2006/relationships/diagramLayout" Target="../diagrams/layout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.xml"/><Relationship Id="rId11" Type="http://schemas.openxmlformats.org/officeDocument/2006/relationships/diagramData" Target="../diagrams/data2.xml"/><Relationship Id="rId5" Type="http://schemas.openxmlformats.org/officeDocument/2006/relationships/image" Target="../media/image7.png"/><Relationship Id="rId15" Type="http://schemas.microsoft.com/office/2007/relationships/diagramDrawing" Target="../diagrams/drawing2.xml"/><Relationship Id="rId10" Type="http://schemas.microsoft.com/office/2007/relationships/diagramDrawing" Target="../diagrams/drawing1.xml"/><Relationship Id="rId4" Type="http://schemas.openxmlformats.org/officeDocument/2006/relationships/image" Target="../media/image6.png"/><Relationship Id="rId9" Type="http://schemas.openxmlformats.org/officeDocument/2006/relationships/diagramColors" Target="../diagrams/colors1.xml"/><Relationship Id="rId14" Type="http://schemas.openxmlformats.org/officeDocument/2006/relationships/diagramColors" Target="../diagrams/colors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1515115-95FB-41E0-86F3-8744438C0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8222A33F-BE2D-4D69-92A0-5DF8B17BA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73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CE1C74D0-9609-468A-9597-5D87C8A42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641798" y="1355484"/>
            <a:ext cx="6858001" cy="4147033"/>
          </a:xfrm>
          <a:custGeom>
            <a:avLst/>
            <a:gdLst>
              <a:gd name="connsiteX0" fmla="*/ 6858001 w 6858001"/>
              <a:gd name="connsiteY0" fmla="*/ 1177 h 5529377"/>
              <a:gd name="connsiteX1" fmla="*/ 6858001 w 6858001"/>
              <a:gd name="connsiteY1" fmla="*/ 1344715 h 5529377"/>
              <a:gd name="connsiteX2" fmla="*/ 6858000 w 6858001"/>
              <a:gd name="connsiteY2" fmla="*/ 1344715 h 5529377"/>
              <a:gd name="connsiteX3" fmla="*/ 6858000 w 6858001"/>
              <a:gd name="connsiteY3" fmla="*/ 5529377 h 5529377"/>
              <a:gd name="connsiteX4" fmla="*/ 0 w 6858001"/>
              <a:gd name="connsiteY4" fmla="*/ 5529376 h 5529377"/>
              <a:gd name="connsiteX5" fmla="*/ 0 w 6858001"/>
              <a:gd name="connsiteY5" fmla="*/ 891096 h 5529377"/>
              <a:gd name="connsiteX6" fmla="*/ 1 w 6858001"/>
              <a:gd name="connsiteY6" fmla="*/ 891096 h 5529377"/>
              <a:gd name="connsiteX7" fmla="*/ 1 w 6858001"/>
              <a:gd name="connsiteY7" fmla="*/ 0 h 5529377"/>
              <a:gd name="connsiteX8" fmla="*/ 40463 w 6858001"/>
              <a:gd name="connsiteY8" fmla="*/ 5883 h 5529377"/>
              <a:gd name="connsiteX9" fmla="*/ 159107 w 6858001"/>
              <a:gd name="connsiteY9" fmla="*/ 23196 h 5529377"/>
              <a:gd name="connsiteX10" fmla="*/ 245518 w 6858001"/>
              <a:gd name="connsiteY10" fmla="*/ 35299 h 5529377"/>
              <a:gd name="connsiteX11" fmla="*/ 348388 w 6858001"/>
              <a:gd name="connsiteY11" fmla="*/ 48073 h 5529377"/>
              <a:gd name="connsiteX12" fmla="*/ 470460 w 6858001"/>
              <a:gd name="connsiteY12" fmla="*/ 63369 h 5529377"/>
              <a:gd name="connsiteX13" fmla="*/ 605563 w 6858001"/>
              <a:gd name="connsiteY13" fmla="*/ 79506 h 5529377"/>
              <a:gd name="connsiteX14" fmla="*/ 757810 w 6858001"/>
              <a:gd name="connsiteY14" fmla="*/ 96483 h 5529377"/>
              <a:gd name="connsiteX15" fmla="*/ 923774 w 6858001"/>
              <a:gd name="connsiteY15" fmla="*/ 114469 h 5529377"/>
              <a:gd name="connsiteX16" fmla="*/ 1104139 w 6858001"/>
              <a:gd name="connsiteY16" fmla="*/ 132454 h 5529377"/>
              <a:gd name="connsiteX17" fmla="*/ 1296163 w 6858001"/>
              <a:gd name="connsiteY17" fmla="*/ 150776 h 5529377"/>
              <a:gd name="connsiteX18" fmla="*/ 1503275 w 6858001"/>
              <a:gd name="connsiteY18" fmla="*/ 167753 h 5529377"/>
              <a:gd name="connsiteX19" fmla="*/ 1719988 w 6858001"/>
              <a:gd name="connsiteY19" fmla="*/ 184058 h 5529377"/>
              <a:gd name="connsiteX20" fmla="*/ 1949045 w 6858001"/>
              <a:gd name="connsiteY20" fmla="*/ 198849 h 5529377"/>
              <a:gd name="connsiteX21" fmla="*/ 2187703 w 6858001"/>
              <a:gd name="connsiteY21" fmla="*/ 212969 h 5529377"/>
              <a:gd name="connsiteX22" fmla="*/ 2436649 w 6858001"/>
              <a:gd name="connsiteY22" fmla="*/ 226248 h 5529377"/>
              <a:gd name="connsiteX23" fmla="*/ 2564208 w 6858001"/>
              <a:gd name="connsiteY23" fmla="*/ 230955 h 5529377"/>
              <a:gd name="connsiteX24" fmla="*/ 2694509 w 6858001"/>
              <a:gd name="connsiteY24" fmla="*/ 236165 h 5529377"/>
              <a:gd name="connsiteX25" fmla="*/ 2826868 w 6858001"/>
              <a:gd name="connsiteY25" fmla="*/ 241040 h 5529377"/>
              <a:gd name="connsiteX26" fmla="*/ 2959914 w 6858001"/>
              <a:gd name="connsiteY26" fmla="*/ 244234 h 5529377"/>
              <a:gd name="connsiteX27" fmla="*/ 3095702 w 6858001"/>
              <a:gd name="connsiteY27" fmla="*/ 247091 h 5529377"/>
              <a:gd name="connsiteX28" fmla="*/ 3232862 w 6858001"/>
              <a:gd name="connsiteY28" fmla="*/ 250117 h 5529377"/>
              <a:gd name="connsiteX29" fmla="*/ 3372765 w 6858001"/>
              <a:gd name="connsiteY29" fmla="*/ 252134 h 5529377"/>
              <a:gd name="connsiteX30" fmla="*/ 3514040 w 6858001"/>
              <a:gd name="connsiteY30" fmla="*/ 252134 h 5529377"/>
              <a:gd name="connsiteX31" fmla="*/ 3656686 w 6858001"/>
              <a:gd name="connsiteY31" fmla="*/ 253142 h 5529377"/>
              <a:gd name="connsiteX32" fmla="*/ 3800704 w 6858001"/>
              <a:gd name="connsiteY32" fmla="*/ 252134 h 5529377"/>
              <a:gd name="connsiteX33" fmla="*/ 3946780 w 6858001"/>
              <a:gd name="connsiteY33" fmla="*/ 250117 h 5529377"/>
              <a:gd name="connsiteX34" fmla="*/ 4092855 w 6858001"/>
              <a:gd name="connsiteY34" fmla="*/ 248268 h 5529377"/>
              <a:gd name="connsiteX35" fmla="*/ 4240988 w 6858001"/>
              <a:gd name="connsiteY35" fmla="*/ 244234 h 5529377"/>
              <a:gd name="connsiteX36" fmla="*/ 4390492 w 6858001"/>
              <a:gd name="connsiteY36" fmla="*/ 240032 h 5529377"/>
              <a:gd name="connsiteX37" fmla="*/ 4539997 w 6858001"/>
              <a:gd name="connsiteY37" fmla="*/ 235157 h 5529377"/>
              <a:gd name="connsiteX38" fmla="*/ 4690873 w 6858001"/>
              <a:gd name="connsiteY38" fmla="*/ 228266 h 5529377"/>
              <a:gd name="connsiteX39" fmla="*/ 4843120 w 6858001"/>
              <a:gd name="connsiteY39" fmla="*/ 220029 h 5529377"/>
              <a:gd name="connsiteX40" fmla="*/ 4996054 w 6858001"/>
              <a:gd name="connsiteY40" fmla="*/ 212129 h 5529377"/>
              <a:gd name="connsiteX41" fmla="*/ 5148987 w 6858001"/>
              <a:gd name="connsiteY41" fmla="*/ 202044 h 5529377"/>
              <a:gd name="connsiteX42" fmla="*/ 5303978 w 6858001"/>
              <a:gd name="connsiteY42" fmla="*/ 189941 h 5529377"/>
              <a:gd name="connsiteX43" fmla="*/ 5456911 w 6858001"/>
              <a:gd name="connsiteY43" fmla="*/ 177839 h 5529377"/>
              <a:gd name="connsiteX44" fmla="*/ 5612588 w 6858001"/>
              <a:gd name="connsiteY44" fmla="*/ 163887 h 5529377"/>
              <a:gd name="connsiteX45" fmla="*/ 5768950 w 6858001"/>
              <a:gd name="connsiteY45" fmla="*/ 148591 h 5529377"/>
              <a:gd name="connsiteX46" fmla="*/ 5923255 w 6858001"/>
              <a:gd name="connsiteY46" fmla="*/ 132455 h 5529377"/>
              <a:gd name="connsiteX47" fmla="*/ 6079618 w 6858001"/>
              <a:gd name="connsiteY47" fmla="*/ 113629 h 5529377"/>
              <a:gd name="connsiteX48" fmla="*/ 6235294 w 6858001"/>
              <a:gd name="connsiteY48" fmla="*/ 93458 h 5529377"/>
              <a:gd name="connsiteX49" fmla="*/ 6391657 w 6858001"/>
              <a:gd name="connsiteY49" fmla="*/ 73455 h 5529377"/>
              <a:gd name="connsiteX50" fmla="*/ 6547333 w 6858001"/>
              <a:gd name="connsiteY50" fmla="*/ 50091 h 5529377"/>
              <a:gd name="connsiteX51" fmla="*/ 6702324 w 6858001"/>
              <a:gd name="connsiteY51" fmla="*/ 26222 h 5529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529377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5529377"/>
                </a:lnTo>
                <a:lnTo>
                  <a:pt x="0" y="5529376"/>
                </a:lnTo>
                <a:lnTo>
                  <a:pt x="0" y="891096"/>
                </a:lnTo>
                <a:lnTo>
                  <a:pt x="1" y="891096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" name="Graphic 8" descr="Internet Of Things with solid fill">
            <a:extLst>
              <a:ext uri="{FF2B5EF4-FFF2-40B4-BE49-F238E27FC236}">
                <a16:creationId xmlns:a16="http://schemas.microsoft.com/office/drawing/2014/main" id="{94EAC18F-4881-A8F9-8CD3-0A7EA69571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480501" y="1936445"/>
            <a:ext cx="3362632" cy="3362632"/>
          </a:xfrm>
          <a:prstGeom prst="rect">
            <a:avLst/>
          </a:prstGeom>
          <a:effectLst/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137128D-E594-4905-9F76-E385F0831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FA671-6E4B-03C0-F730-2BCCA6365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620" y="2438400"/>
            <a:ext cx="5214395" cy="378541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2400" b="1" dirty="0">
              <a:solidFill>
                <a:srgbClr val="FFFFFF"/>
              </a:solidFill>
              <a:ea typeface="+mn-lt"/>
              <a:cs typeface="+mn-lt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Assignment 2 - Data Analytics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Project - CSIS-4260-002 </a:t>
            </a:r>
          </a:p>
          <a:p>
            <a:pPr marL="0" indent="0">
              <a:lnSpc>
                <a:spcPts val="1425"/>
              </a:lnSpc>
              <a:buNone/>
            </a:pPr>
            <a:endParaRPr lang="en-US" sz="2400" b="1" dirty="0">
              <a:solidFill>
                <a:srgbClr val="D6DEE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Student Ricardo Ramirez M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US" sz="2400" b="1" dirty="0" err="1"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StudentID</a:t>
            </a:r>
            <a:r>
              <a:rPr lang="en-US" sz="2400" b="1" dirty="0"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: 300381941</a:t>
            </a:r>
          </a:p>
          <a:p>
            <a:pPr marL="0" indent="0">
              <a:buNone/>
            </a:pP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4C490E-E7FF-0AFE-AD88-8557AD41F809}"/>
              </a:ext>
            </a:extLst>
          </p:cNvPr>
          <p:cNvSpPr txBox="1"/>
          <p:nvPr/>
        </p:nvSpPr>
        <p:spPr>
          <a:xfrm>
            <a:off x="1143000" y="5800725"/>
            <a:ext cx="6858000" cy="31750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86">
            <a:extLst>
              <a:ext uri="{FF2B5EF4-FFF2-40B4-BE49-F238E27FC236}">
                <a16:creationId xmlns:a16="http://schemas.microsoft.com/office/drawing/2014/main" id="{F1B8F9CB-890B-4CB8-B503-188A763E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AA632AB4-3837-4FD0-8B62-0A18B573F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91" name="Oval 90">
            <a:extLst>
              <a:ext uri="{FF2B5EF4-FFF2-40B4-BE49-F238E27FC236}">
                <a16:creationId xmlns:a16="http://schemas.microsoft.com/office/drawing/2014/main" id="{C393B4A7-6ABF-423D-A762-3CDB4897A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9CD2319A-6FA9-4EFB-9EDF-730446742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D1692A93-3514-4486-8B67-CCA4E0259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97" name="Rectangle 96">
            <a:extLst>
              <a:ext uri="{FF2B5EF4-FFF2-40B4-BE49-F238E27FC236}">
                <a16:creationId xmlns:a16="http://schemas.microsoft.com/office/drawing/2014/main" id="{01AD250C-F2EA-449F-9B14-DF5BB674C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34" name="TextBox 1">
            <a:extLst>
              <a:ext uri="{FF2B5EF4-FFF2-40B4-BE49-F238E27FC236}">
                <a16:creationId xmlns:a16="http://schemas.microsoft.com/office/drawing/2014/main" id="{6292CB53-D5A1-92CA-2CAE-E78E2A9FE9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180657"/>
              </p:ext>
            </p:extLst>
          </p:nvPr>
        </p:nvGraphicFramePr>
        <p:xfrm>
          <a:off x="3423652" y="104173"/>
          <a:ext cx="5677382" cy="5877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968EAD8-1E1B-4720-9E48-C4888D34E2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1136344"/>
              </p:ext>
            </p:extLst>
          </p:nvPr>
        </p:nvGraphicFramePr>
        <p:xfrm>
          <a:off x="4091415" y="4724400"/>
          <a:ext cx="4392827" cy="2659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</p:spTree>
    <p:extLst>
      <p:ext uri="{BB962C8B-B14F-4D97-AF65-F5344CB8AC3E}">
        <p14:creationId xmlns:p14="http://schemas.microsoft.com/office/powerpoint/2010/main" val="41429364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B08D0B-FB7E-11D1-8BF7-785D6134B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482C611-3A26-9C62-41B3-6630AB48C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7D3E20-970F-4AB8-0A01-79F095D23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F9CCE10D-B43F-FA34-D17F-6A6294DD2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04C7B06-61DE-807C-34A4-801577EF1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64B18FA-E6CE-4C0F-84E3-AE58396C6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4D7FB4E-5F21-1721-950B-92B9A800A8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9590A5-0B58-03CB-D13B-522B44AD2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2CBB02-CC54-D111-5BFD-C98B41E50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9EDB0BD4-87A4-D8E7-BF13-473A9D3C4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C69334B1-CAE3-BACB-10F0-CCA92F884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1C38F6-6083-B285-4F8D-8578DB1032CC}"/>
              </a:ext>
            </a:extLst>
          </p:cNvPr>
          <p:cNvSpPr txBox="1"/>
          <p:nvPr/>
        </p:nvSpPr>
        <p:spPr>
          <a:xfrm>
            <a:off x="1857737" y="962531"/>
            <a:ext cx="5665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Connection to the </a:t>
            </a:r>
            <a:r>
              <a:rPr lang="en-CA" sz="2800" b="1" dirty="0" err="1"/>
              <a:t>DashBoard</a:t>
            </a:r>
            <a:endParaRPr lang="en-CA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AB2361-F393-3C54-7E55-F3A2007934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9672" y="1998303"/>
            <a:ext cx="7102823" cy="245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783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20C3BC-2986-E8D1-5B7A-7170F180A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D55A36F-1227-66BB-71A2-20BDA9E62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81EC1C-CAFD-9A8E-8F30-4584361F5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7B2A5124-D5CE-C354-DC1F-1249ECC77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506516D-45D1-0AE8-E8F4-4097FE27B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5A1F410-B5AB-C747-17F5-D7CD994DD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561ECE7-A1B3-6E7D-63E1-C9E323C2A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18C52D-32FE-30D7-D679-14CDDCF4F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D7FEE9-A5DA-4094-AC80-62DD86DB6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166D6DAE-A917-9ECE-55B1-9AFBE10C8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36F1CE4D-F534-9FCA-0A5C-A9905E857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2C2ABA-D86A-DD15-EDBF-C9881E71679E}"/>
              </a:ext>
            </a:extLst>
          </p:cNvPr>
          <p:cNvSpPr txBox="1"/>
          <p:nvPr/>
        </p:nvSpPr>
        <p:spPr>
          <a:xfrm>
            <a:off x="1857737" y="962531"/>
            <a:ext cx="5665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What did I Scrap??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87277D-60C1-9402-EFDA-2F6CE62C1F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788" y="1763541"/>
            <a:ext cx="6937643" cy="460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722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511999-26FC-1747-4B5E-BE873C9EC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7979697-8A53-4D49-3D13-83A811DA1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09A336-A697-1B10-E5EB-89DFECC7D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5EFCBC55-93E6-AA70-C8CE-F696C2EED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2A7EB99-CDE8-995F-E8C7-FE0CEADE3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C205A06-7683-398E-7B4F-D4BCCF6D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E00FE27-FDE7-068C-5B52-F11C9BE8D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2F0C20-F346-6516-37C0-F4278DDF3A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D387FD-68D9-E3F8-D07E-B76AE059A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68901A2C-04E6-062E-B8A6-94C9AF465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21B17495-27E7-618C-4BB7-5D2DDF1E1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40C3DE-34FF-5117-0E01-7974BB9A7CDE}"/>
              </a:ext>
            </a:extLst>
          </p:cNvPr>
          <p:cNvSpPr txBox="1"/>
          <p:nvPr/>
        </p:nvSpPr>
        <p:spPr>
          <a:xfrm>
            <a:off x="1857737" y="962531"/>
            <a:ext cx="5665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Challenges!!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94FFCF-B9C8-BE58-595D-A66631D2D3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904" y="1639106"/>
            <a:ext cx="7618136" cy="406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84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079D75-8209-743B-4B49-3D7F380FA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CA41595-ECEC-8A23-7920-3BF65B6D03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A4D7AF-F442-F4F0-62E8-D8E235199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C0FC6E08-477C-3293-2E94-10AE03BC0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1DC955C-5F02-6CED-2957-E08E36EDD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AB28708-2347-9B7C-5A52-0821F1625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C0D7214-C3AA-F4E7-D5C2-6CAD19086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49F5EE-48AD-2F0D-D35D-D91FFA1C0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88B1B5-B409-FD4F-D035-DE500324D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9C32A911-A112-D636-8BC9-A3714413C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52FA400F-7D79-53B6-D11A-2A72C06A9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6D8B78-7723-BA72-09D6-0273A15D7F2A}"/>
              </a:ext>
            </a:extLst>
          </p:cNvPr>
          <p:cNvSpPr txBox="1"/>
          <p:nvPr/>
        </p:nvSpPr>
        <p:spPr>
          <a:xfrm>
            <a:off x="1857737" y="962531"/>
            <a:ext cx="52423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Main Page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C37C6E-3BED-BD1E-203C-8A15328201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6003" y="1777041"/>
            <a:ext cx="6225785" cy="466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5826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CFBEF0-E0DE-9797-A5AE-9F9DBED6FBC6}"/>
              </a:ext>
            </a:extLst>
          </p:cNvPr>
          <p:cNvSpPr txBox="1"/>
          <p:nvPr/>
        </p:nvSpPr>
        <p:spPr>
          <a:xfrm>
            <a:off x="1857737" y="962531"/>
            <a:ext cx="52423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Part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BD31D3-5B9E-03AB-1236-F7C5639CDA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904" y="1783623"/>
            <a:ext cx="8164280" cy="447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097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EF277B-E468-A0B6-055D-FCAD509DB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37A09BC-60E5-EEEB-4EAE-05E63A430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D82700-F7DA-9C3D-0145-E123F1F4E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2726FC77-BBD9-0B5B-6C69-5E82FF42D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88CCE20-64A1-87CC-5B4E-C39373C98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7DE832B-2063-F50F-533F-20315B266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6E4C046-2B0F-D106-72C7-BCD2DAD88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9F51D9-1CBA-0EE3-BF3A-8CB3823EC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9C06C5-8540-6704-20F0-CB9223308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3533EF7F-4CD3-3943-F569-0338740A5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076B37B1-3BEF-A7CB-C520-21874CEFE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9AAF52-D70B-4F71-39B7-84CBBB7FF642}"/>
              </a:ext>
            </a:extLst>
          </p:cNvPr>
          <p:cNvSpPr txBox="1"/>
          <p:nvPr/>
        </p:nvSpPr>
        <p:spPr>
          <a:xfrm>
            <a:off x="1857737" y="962531"/>
            <a:ext cx="52423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Part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0A51B8-07B2-6FA3-E5C4-89F4B45B27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6779" y="1787588"/>
            <a:ext cx="6244967" cy="36793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A8EB3A-C0C4-848B-8CB8-5492C17EA5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5258" y="4376076"/>
            <a:ext cx="5006051" cy="204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537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5515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095864" y="809550"/>
            <a:ext cx="6858001" cy="52389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A44BFE77-DDF2-493C-1785-E3E1F45B96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0494" y="1385290"/>
            <a:ext cx="4087416" cy="4087416"/>
          </a:xfrm>
          <a:prstGeom prst="rect">
            <a:avLst/>
          </a:prstGeom>
          <a:effectLst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39C1D-41A4-3DE3-CBF1-DC3A55121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8" y="2438400"/>
            <a:ext cx="3124882" cy="378541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b="1" i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5605458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2317</TotalTime>
  <Words>143</Words>
  <Application>Microsoft Office PowerPoint</Application>
  <PresentationFormat>On-screen Show (4:3)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Consolas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Ricardo</dc:creator>
  <cp:lastModifiedBy>Ramirez Morales, RICARDO F.</cp:lastModifiedBy>
  <cp:revision>646</cp:revision>
  <dcterms:created xsi:type="dcterms:W3CDTF">2024-11-28T18:01:34Z</dcterms:created>
  <dcterms:modified xsi:type="dcterms:W3CDTF">2025-03-28T23:55:48Z</dcterms:modified>
</cp:coreProperties>
</file>